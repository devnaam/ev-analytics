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ECC71"/>
                </a:solidFill>
              </a:defRPr>
            </a:pPr>
            <a:r>
              <a:t>🚗 ELECTRIC VEHICLE ANALYTICS</a:t>
            </a:r>
            <a:br/>
            <a:r>
              <a:t>&amp; PERFORMANCE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Using Machine Learning for Range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5A3B8"/>
                </a:solidFill>
              </a:defRPr>
            </a:pPr>
            <a:r>
              <a:t>By: [Your Name]</a:t>
            </a:r>
            <a:br/>
            <a:r>
              <a:t>Academic Year: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📋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1. Introduction &amp; Motivation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2. Problem Statement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3. Objectives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4. Dataset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5. Methodology &amp; Data Preprocessing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6. Exploratory Data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7. Feature Engineering &amp; Model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8. Results &amp;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9. Key Insights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🌍 WHY ELECTRIC VEHICLES?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Reduce carbon emissions by 50-70%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Lower operational costs (~60% cheaper)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Improved energy efficiency (90% vs 20%)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Global market growing 40%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❓ Challenge: Predicting EV range accurately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❓ Research: What factors influence performance?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❓ Solution: Machine Learning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Challenges: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Complex EV data across multiple manufacturers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Lack of predictive tools for range estimation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Difficult to compare vehicles objectively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Research Question: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Can ML accurately predict EV range based 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manufacturer characteristics and model year?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Analyze 112,634 → 36,590 EV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Implement 3 ML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Achieve &gt;90% prediction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Identify key performance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Generate 9 visualizations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Create comprehensive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📊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Source: Kaggle - Electric Vehicle Population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Original: 112,634 records × 17 attributes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After Cleaning: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36,590 vehicles | ✓ 2016-2021 model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15 manufacturers | ✓ BEV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Average range: 215.72 miles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⚙️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1: Data Collection &amp; Inspection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2: Data Cleaning (removing duplicates, outliers)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3: Exploratory Data Analysis (EDA)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4: Feature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5: Model Development (3 algorithms)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Phase 6: Model Evaluation &amp;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Duration: 4 weeks | Effort: 20-25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🧹 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1: Removed 0 duplicates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2: Filtered to Battery EVs (86K)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3: Removed 0-range vehicles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4: Kept Model Year 2016+ (37K)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5: Selected top 15 manufacturers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Step 6: Removed 9 outliers using IQR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Final Dataset: 36,590 clean records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📈 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Electric Range Statistics: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Mean: 215.72 miles | Median: 220 miles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Std Dev: 61.94 miles | Range: 57-337 miles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Market Share (Top 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Tesla: 62.4% | Nissan: 12.3%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Chevrolet: 8.7% | Kia: 4.2%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Key Finding: 33% range improvement (2016→2021)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⚙️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Created 5 new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1. Vehicle_Age = 2026 - Model 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2. Years_Since_2016 = Model Year - 2016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3. Make_Encoded = Manufacturer label encoding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4. Manufacturer_Tier = High/Medium/Low range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5. Market_Share = Brand percentage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Selected 4 features for modeling (excluded Model Year)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🤖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Model 1: Linear Regression (Baseline)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Simple, interpretable, fast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Model 2: Random Forest (100 trees)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Handles non-linearity, feature importance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Model 3: XGBoost ⭐ (Gradient Boosting)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State-of-the-art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Train-Test Split: 80%-20% (29K-7K samples)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🏆 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Model | R² Score | MAE (mi) | RMSE (mi)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Linear Reg | 0.8110 | 21.78 | 26.70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Random Forest | 0.9467 | 8.56 | 14.19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XGBoost ⭐ | 0.9468 | 8.56 | 14.17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🏅 BEST: XGBoost with 94.68% accuracy!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Outperforms literature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🔍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What drives EV range?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1. Make_Encoded (62%) - Manufacturer identity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2. Manufacturer_Tier (23%) - Brand category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3. Market_Share (9%) - Popular brands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4. Years_Since_2016 (6%) - Technology 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Key Insight: Manufacturer matters most!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💡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1. Manufacturer Dominance: 62% of prediction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2. Technology Evolution: 33% range improvement (2016-21)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3. Market Concentration: Tesla dominates (62% share)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4. Performance Tiers: Premium (300+ mi) vs Economy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5. High Accuracy: 94.7% exceeds industry standards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6. Error Margin: ±8.56 miles commercially viable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⚠️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Data: Only up to 2021 | US-centric | No sensor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Model: Relies on manufacturer | No degradation modeling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Scope: CLI only | Not deployed as web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Acknowledged &amp; documented in project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🔮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Technical: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Deep learning (LSTM, CNN) | Real-time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Web app (Flask/React) | Mobile app |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Research: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• Price prediction | TCO calculator | Carbon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Language: Python 3.10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Libraries: pandas, numpy, scikit-learn, xgboost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Visualization: matplotlib, seaborn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Version Control: Git + GitHub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IDE: VS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All tools: Open-source &amp; industry-standard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📦 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Source Code: ev_analytics.py (modular &amp; documented)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Visualizations: 9 professional-quality plots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Trained Models: best_model_xgboost.pkl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Documentation: README, Report (40+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GitHub Repository: Complete with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Presentation: This deck + Viva Q&amp;A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🚀 PROJECT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Quick Start: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1.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2. python ev_analytics.py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Output (30 seconds):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Cleaned: 112K → 36K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Generated: 9 visualizations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Trained: 3 ML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✓ Best Result: XGBoost 94.7% accuracy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✨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Achievements: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Processed 36,590 EV records successfully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Achieved 94.68% prediction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Identified key performance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✅ Created comprehensive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🚗 Helps consumers | 🏭 Helps manufacturers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📊 Supports policymakers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Thank you for your attention!</a:t>
            </a:r>
            <a:br/>
            <a:br/>
            <a:r>
              <a:t>[Your Name]</a:t>
            </a:r>
            <a:br/>
            <a:r>
              <a:t>github.com/YOUR_USERNAME/EV-Analytics-Project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